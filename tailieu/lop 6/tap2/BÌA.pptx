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7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AACDC-8FDB-86F3-B141-78871FF6CD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03DA26-F3F3-E939-EBDD-42101B26D2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87A95-2514-496F-67F5-B9B46B698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1E97-2B79-41FF-AEFE-F91E886707F0}" type="datetimeFigureOut">
              <a:rPr lang="en-US" smtClean="0"/>
              <a:t>1/9/2022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2396C-BFCA-A388-F818-40A2D8DE3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6B315-BD23-267D-6586-7123CCC10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E868-1B20-4995-AD20-FB276136C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080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D63B2-0514-7399-617E-DC93884E6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07B41-15B1-D006-C63C-7E449FA06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58C08-32EB-0289-3C04-63D11D9C8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1E97-2B79-41FF-AEFE-F91E886707F0}" type="datetimeFigureOut">
              <a:rPr lang="en-US" smtClean="0"/>
              <a:t>1/9/2022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B1FC7-5B08-5E9C-0C4E-CFA06EC45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F85C4-DF96-6BAE-8D3A-5F5242208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E868-1B20-4995-AD20-FB276136C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418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3FAC6-DCDB-F34D-902C-DEA5C3374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8B8DB-6718-33C9-BA7A-197059AA7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70566-7811-80A1-1C81-F84E7FA39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1E97-2B79-41FF-AEFE-F91E886707F0}" type="datetimeFigureOut">
              <a:rPr lang="en-US" smtClean="0"/>
              <a:t>1/9/2022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BE497-5326-5DC6-258B-B6210947F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7F79D-F268-2A3E-D847-9A0190CAF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E868-1B20-4995-AD20-FB276136C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36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23BCD-CF11-7505-A428-DE0035EC5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CA390-A625-D31B-07B8-778294804A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0D742-8764-3A4E-D28F-638A6C8CC5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F539C6-FE5D-E4E7-30C0-F9363D94A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1E97-2B79-41FF-AEFE-F91E886707F0}" type="datetimeFigureOut">
              <a:rPr lang="en-US" smtClean="0"/>
              <a:t>1/9/2022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3494C-72D3-B73E-8E42-7075CD65D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826D7-999F-7C48-7591-214A27C57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E868-1B20-4995-AD20-FB276136C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944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0258-38D8-D4AA-EED4-369A48236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361DF-AB62-2950-75E0-35C263C74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8F149-8C7F-884B-6FEA-21F18C842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5297C2-FAF0-E93B-6321-8756B2369A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0101E7-C64F-9C6B-732B-DE43914655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2A9556-E6E4-3AB0-D4DD-C51FD863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1E97-2B79-41FF-AEFE-F91E886707F0}" type="datetimeFigureOut">
              <a:rPr lang="en-US" smtClean="0"/>
              <a:t>1/9/2022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8CFAA-C963-8D8F-8C52-0034FD88F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C66B44-755D-8226-0172-255D876B3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E868-1B20-4995-AD20-FB276136C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66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CB493-C58D-62FC-3D0C-C464977EF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72D95B-2AA6-5340-3D01-7D79C90B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1E97-2B79-41FF-AEFE-F91E886707F0}" type="datetimeFigureOut">
              <a:rPr lang="en-US" smtClean="0"/>
              <a:t>1/9/2022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5B4B3F-EDC4-23D6-B996-CAF56EB36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7ADE75-EDF9-FFD9-8A91-03D5EE5AD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E868-1B20-4995-AD20-FB276136C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665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1DCF18-11A2-EF89-CBA3-0E3B783FB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1E97-2B79-41FF-AEFE-F91E886707F0}" type="datetimeFigureOut">
              <a:rPr lang="en-US" smtClean="0"/>
              <a:t>1/9/2022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AE36E-3017-4FA2-0FB2-FA4DBDE97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B33C0F-2269-2F3F-5C6E-52690CA5C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E868-1B20-4995-AD20-FB276136C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249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263BB-7632-9813-BBFA-C9C40F8A1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57296-86B4-EE15-C43A-072E8CCB5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2593BA-5D9C-E399-66FA-739BA36331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27932F-EB23-1AB6-5FF1-9EF750AA3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1E97-2B79-41FF-AEFE-F91E886707F0}" type="datetimeFigureOut">
              <a:rPr lang="en-US" smtClean="0"/>
              <a:t>1/9/2022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EF6E5B-E182-673A-0664-6E3308FC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F0535-EBE2-3164-455B-FA5BC25EE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E868-1B20-4995-AD20-FB276136C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426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EF1CA-8D5F-30B3-5D90-CF8E5B5A6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FDC5E9-B478-5730-4488-C9A22B05E1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839EA6-548E-C47C-7FB5-088F78BFC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C8C934-3E67-A19E-B252-E2DF56192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1E97-2B79-41FF-AEFE-F91E886707F0}" type="datetimeFigureOut">
              <a:rPr lang="en-US" smtClean="0"/>
              <a:t>1/9/2022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51BAFE-1D10-194B-6308-B698693EC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C8411-6D33-3661-002B-A718968F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E868-1B20-4995-AD20-FB276136C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50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1BDAF-83C2-AE7F-2139-F01DD373F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243D39-EFB8-966D-171C-CF08C4E11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22E7B-0305-7AFB-9C14-47CDC1236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1E97-2B79-41FF-AEFE-F91E886707F0}" type="datetimeFigureOut">
              <a:rPr lang="en-US" smtClean="0"/>
              <a:t>1/9/2022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CEACF-6D5D-5219-D4CB-F86F6086A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6AD73-08AA-0D8C-31DA-1D54827EB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E868-1B20-4995-AD20-FB276136C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65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F81502-8AF1-47DB-264B-F850A6480F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24B5F4-AC5B-63A3-C0B4-1A9548B25A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23F7A-330D-0DE7-86E7-94AA38E76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1E97-2B79-41FF-AEFE-F91E886707F0}" type="datetimeFigureOut">
              <a:rPr lang="en-US" smtClean="0"/>
              <a:t>1/9/2022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34FBF-46F7-7B55-882C-1A2E5A647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2D0ED-A921-44B0-7B47-2616D37C0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E868-1B20-4995-AD20-FB276136C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092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51CF82-4808-3FF6-5DE7-5F5809C82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5CAA9-B936-2AC5-52E5-BDF6DF6F6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3B9A3-DC0D-548C-BB93-DDCE4574A9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D1E97-2B79-41FF-AEFE-F91E886707F0}" type="datetimeFigureOut">
              <a:rPr lang="en-US" smtClean="0"/>
              <a:t>1/9/2022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A5983-F620-9F85-A79D-F737C630EF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94D58-CF8C-A166-2DE0-B4DA021091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E0E868-1B20-4995-AD20-FB276136C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93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B153B81-CC56-5895-E3C7-8E62F82D8B50}"/>
              </a:ext>
            </a:extLst>
          </p:cNvPr>
          <p:cNvGrpSpPr/>
          <p:nvPr/>
        </p:nvGrpSpPr>
        <p:grpSpPr>
          <a:xfrm>
            <a:off x="371513" y="0"/>
            <a:ext cx="4822031" cy="6858000"/>
            <a:chOff x="371513" y="0"/>
            <a:chExt cx="4822031" cy="68580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1E7E7B3-3BB8-F607-C8C8-4878960A6625}"/>
                </a:ext>
              </a:extLst>
            </p:cNvPr>
            <p:cNvGrpSpPr/>
            <p:nvPr/>
          </p:nvGrpSpPr>
          <p:grpSpPr>
            <a:xfrm>
              <a:off x="371513" y="0"/>
              <a:ext cx="4822031" cy="6858000"/>
              <a:chOff x="371513" y="0"/>
              <a:chExt cx="4822031" cy="6858000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417DA121-97EE-2859-6F9B-F39F3DFDBEE6}"/>
                  </a:ext>
                </a:extLst>
              </p:cNvPr>
              <p:cNvGrpSpPr/>
              <p:nvPr/>
            </p:nvGrpSpPr>
            <p:grpSpPr>
              <a:xfrm>
                <a:off x="371513" y="0"/>
                <a:ext cx="4822031" cy="6858000"/>
                <a:chOff x="2455952" y="-103731"/>
                <a:chExt cx="4822031" cy="6858000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B80AF979-EB3F-CB58-C2A7-F3EBEF670B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55952" y="-103731"/>
                  <a:ext cx="4822031" cy="6858000"/>
                </a:xfrm>
                <a:prstGeom prst="rect">
                  <a:avLst/>
                </a:prstGeom>
              </p:spPr>
            </p:pic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7D63F14-6AFE-C9CC-654B-007BFBD17843}"/>
                    </a:ext>
                  </a:extLst>
                </p:cNvPr>
                <p:cNvSpPr txBox="1"/>
                <p:nvPr/>
              </p:nvSpPr>
              <p:spPr>
                <a:xfrm>
                  <a:off x="3639411" y="648274"/>
                  <a:ext cx="260554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>
                      <a:solidFill>
                        <a:srgbClr val="002060"/>
                      </a:solidFill>
                      <a:latin typeface="Palatino Linotype" panose="02040502050505030304" pitchFamily="18" charset="0"/>
                    </a:rPr>
                    <a:t>NGUYỄN VĂN TIẾN</a:t>
                  </a: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DF3086D9-38F6-617E-A8C9-E95B446271C4}"/>
                    </a:ext>
                  </a:extLst>
                </p:cNvPr>
                <p:cNvSpPr txBox="1"/>
                <p:nvPr/>
              </p:nvSpPr>
              <p:spPr>
                <a:xfrm>
                  <a:off x="2834885" y="1543396"/>
                  <a:ext cx="4064164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4400" b="1">
                      <a:solidFill>
                        <a:srgbClr val="FF0000"/>
                      </a:solidFill>
                      <a:latin typeface="VNI-Disney" panose="00000400000000000000" pitchFamily="2" charset="0"/>
                    </a:rPr>
                    <a:t>THÖÏC HAØNH GIAÛI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D5B73BF4-6BF3-3909-2076-6B0272AB256A}"/>
                    </a:ext>
                  </a:extLst>
                </p:cNvPr>
                <p:cNvSpPr/>
                <p:nvPr/>
              </p:nvSpPr>
              <p:spPr>
                <a:xfrm>
                  <a:off x="2637252" y="2391195"/>
                  <a:ext cx="3191778" cy="1200329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>
                  <a:spAutoFit/>
                </a:bodyPr>
                <a:lstStyle/>
                <a:p>
                  <a:pPr algn="ctr"/>
                  <a:r>
                    <a:rPr lang="en-US" sz="7200" b="1" cap="none" spc="0">
                      <a:ln w="12700" cmpd="sng">
                        <a:solidFill>
                          <a:schemeClr val="accent4"/>
                        </a:solidFill>
                        <a:prstDash val="solid"/>
                      </a:ln>
                      <a:solidFill>
                        <a:srgbClr val="00B050"/>
                      </a:solidFill>
                      <a:effectLst/>
                      <a:latin typeface="FS Trajan Pro" panose="02020502050506020301" pitchFamily="18" charset="0"/>
                    </a:rPr>
                    <a:t>TOÁN</a:t>
                  </a:r>
                </a:p>
              </p:txBody>
            </p:sp>
            <p:sp>
              <p:nvSpPr>
                <p:cNvPr id="10" name="Rectangle: Rounded Corners 9">
                  <a:extLst>
                    <a:ext uri="{FF2B5EF4-FFF2-40B4-BE49-F238E27FC236}">
                      <a16:creationId xmlns:a16="http://schemas.microsoft.com/office/drawing/2014/main" id="{5F2EFCE1-017E-E43E-EA9A-E8BE231C0648}"/>
                    </a:ext>
                  </a:extLst>
                </p:cNvPr>
                <p:cNvSpPr/>
                <p:nvPr/>
              </p:nvSpPr>
              <p:spPr>
                <a:xfrm>
                  <a:off x="5210586" y="4196893"/>
                  <a:ext cx="1632155" cy="41628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solidFill>
                        <a:srgbClr val="002060"/>
                      </a:solidFill>
                      <a:latin typeface="Comic Sans MS" panose="030F0702030302020204" pitchFamily="66" charset="0"/>
                    </a:rPr>
                    <a:t>Tập 2</a:t>
                  </a:r>
                </a:p>
              </p:txBody>
            </p: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019EF26-8B56-A95C-6DA7-A55F7258604C}"/>
                  </a:ext>
                </a:extLst>
              </p:cNvPr>
              <p:cNvSpPr txBox="1"/>
              <p:nvPr/>
            </p:nvSpPr>
            <p:spPr>
              <a:xfrm>
                <a:off x="1981198" y="5444843"/>
                <a:ext cx="30135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>
                    <a:latin typeface="Palatino Linotype" panose="02040502050505030304" pitchFamily="18" charset="0"/>
                  </a:rPr>
                  <a:t>LƯU HÀNH NỘI BỘ</a:t>
                </a:r>
              </a:p>
            </p:txBody>
          </p:sp>
        </p:grpSp>
        <p:pic>
          <p:nvPicPr>
            <p:cNvPr id="1026" name="Picture 2" descr="Trẻ Em, Học Sinh, Đến Trường, Đi Học, Tải hình PNG 162 - Free.Vector6.com">
              <a:extLst>
                <a:ext uri="{FF2B5EF4-FFF2-40B4-BE49-F238E27FC236}">
                  <a16:creationId xmlns:a16="http://schemas.microsoft.com/office/drawing/2014/main" id="{63EFE453-75D8-6258-8BD1-A79B0BE0F40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011"/>
            <a:stretch/>
          </p:blipFill>
          <p:spPr bwMode="auto">
            <a:xfrm>
              <a:off x="629264" y="3237125"/>
              <a:ext cx="2258499" cy="20659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Các số đếm từ 6 đến 10">
              <a:extLst>
                <a:ext uri="{FF2B5EF4-FFF2-40B4-BE49-F238E27FC236}">
                  <a16:creationId xmlns:a16="http://schemas.microsoft.com/office/drawing/2014/main" id="{5333B4A1-6CBB-95B0-331A-EB07B56509B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76" r="19762"/>
            <a:stretch/>
          </p:blipFill>
          <p:spPr bwMode="auto">
            <a:xfrm>
              <a:off x="3534704" y="2416568"/>
              <a:ext cx="1533908" cy="18840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48F5ABF-46D6-F9F4-D114-C1D5B38DAE32}"/>
              </a:ext>
            </a:extLst>
          </p:cNvPr>
          <p:cNvGrpSpPr/>
          <p:nvPr/>
        </p:nvGrpSpPr>
        <p:grpSpPr>
          <a:xfrm>
            <a:off x="5672021" y="-191875"/>
            <a:ext cx="5143500" cy="6858000"/>
            <a:chOff x="2063966" y="-88490"/>
            <a:chExt cx="5143500" cy="68580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7BB8707-DECD-787E-4985-23415B6F2531}"/>
                </a:ext>
              </a:extLst>
            </p:cNvPr>
            <p:cNvGrpSpPr/>
            <p:nvPr/>
          </p:nvGrpSpPr>
          <p:grpSpPr>
            <a:xfrm>
              <a:off x="2063966" y="-88490"/>
              <a:ext cx="5143500" cy="6858000"/>
              <a:chOff x="2063966" y="-88490"/>
              <a:chExt cx="5143500" cy="6858000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5C5D0BF4-7D85-BED1-5B12-FF826B66135D}"/>
                  </a:ext>
                </a:extLst>
              </p:cNvPr>
              <p:cNvGrpSpPr/>
              <p:nvPr/>
            </p:nvGrpSpPr>
            <p:grpSpPr>
              <a:xfrm>
                <a:off x="2063966" y="-88490"/>
                <a:ext cx="5143500" cy="6858000"/>
                <a:chOff x="5928043" y="-78658"/>
                <a:chExt cx="5143500" cy="685800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80EAB367-0FAF-A988-6770-797A51F6E7C9}"/>
                    </a:ext>
                  </a:extLst>
                </p:cNvPr>
                <p:cNvSpPr/>
                <p:nvPr/>
              </p:nvSpPr>
              <p:spPr>
                <a:xfrm>
                  <a:off x="5928043" y="-78658"/>
                  <a:ext cx="5143500" cy="685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65BB08FA-24F3-02AF-25DD-954AABD5510A}"/>
                    </a:ext>
                  </a:extLst>
                </p:cNvPr>
                <p:cNvGrpSpPr/>
                <p:nvPr/>
              </p:nvGrpSpPr>
              <p:grpSpPr>
                <a:xfrm>
                  <a:off x="5928043" y="-78658"/>
                  <a:ext cx="5143500" cy="6858000"/>
                  <a:chOff x="5928043" y="-78658"/>
                  <a:chExt cx="5143500" cy="6858000"/>
                </a:xfrm>
              </p:grpSpPr>
              <p:pic>
                <p:nvPicPr>
                  <p:cNvPr id="19" name="Picture 18">
                    <a:extLst>
                      <a:ext uri="{FF2B5EF4-FFF2-40B4-BE49-F238E27FC236}">
                        <a16:creationId xmlns:a16="http://schemas.microsoft.com/office/drawing/2014/main" id="{5E990BC4-DE00-5BA4-410F-0A14B4824C6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928043" y="-78658"/>
                    <a:ext cx="5143500" cy="6858000"/>
                  </a:xfrm>
                  <a:prstGeom prst="rect">
                    <a:avLst/>
                  </a:prstGeom>
                </p:spPr>
              </p:pic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11DF496E-D1D2-403B-DC06-BB2D587C393E}"/>
                      </a:ext>
                    </a:extLst>
                  </p:cNvPr>
                  <p:cNvSpPr txBox="1"/>
                  <p:nvPr/>
                </p:nvSpPr>
                <p:spPr>
                  <a:xfrm>
                    <a:off x="6898297" y="624847"/>
                    <a:ext cx="360907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b="1">
                        <a:solidFill>
                          <a:srgbClr val="0070C0"/>
                        </a:solidFill>
                        <a:latin typeface="Palatino Linotype" panose="02040502050505030304" pitchFamily="18" charset="0"/>
                      </a:rPr>
                      <a:t>HỌ VÀ TÊN GV</a:t>
                    </a:r>
                  </a:p>
                </p:txBody>
              </p:sp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F8EE39D6-6E56-8223-3F90-EA30C901336E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753" y="1384574"/>
                    <a:ext cx="4064164" cy="76944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4400" b="1">
                        <a:solidFill>
                          <a:srgbClr val="FF0000"/>
                        </a:solidFill>
                        <a:latin typeface="VNI-Disney" panose="00000400000000000000" pitchFamily="2" charset="0"/>
                      </a:rPr>
                      <a:t>THÖÏC HAØNH GIAÛI</a:t>
                    </a:r>
                  </a:p>
                </p:txBody>
              </p:sp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94A814B4-D845-3D6D-4D7E-EA75B7771397}"/>
                      </a:ext>
                    </a:extLst>
                  </p:cNvPr>
                  <p:cNvSpPr/>
                  <p:nvPr/>
                </p:nvSpPr>
                <p:spPr>
                  <a:xfrm>
                    <a:off x="6461906" y="2106513"/>
                    <a:ext cx="3629578" cy="1107996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>
                    <a:spAutoFit/>
                  </a:bodyPr>
                  <a:lstStyle/>
                  <a:p>
                    <a:pPr algn="ctr"/>
                    <a:r>
                      <a:rPr lang="en-US" sz="6600" b="1" cap="none" spc="0">
                        <a:ln w="12700" cmpd="sng">
                          <a:solidFill>
                            <a:schemeClr val="accent4"/>
                          </a:solidFill>
                          <a:prstDash val="solid"/>
                        </a:ln>
                        <a:solidFill>
                          <a:srgbClr val="00B050"/>
                        </a:solidFill>
                        <a:effectLst/>
                        <a:latin typeface="FS Trajan Pro" panose="02020502050506020301" pitchFamily="18" charset="0"/>
                      </a:rPr>
                      <a:t>TOÁN</a:t>
                    </a:r>
                  </a:p>
                </p:txBody>
              </p:sp>
            </p:grpSp>
          </p:grp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955B84A6-9548-254C-EBE5-5CB35D491A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19046" y="3169518"/>
                <a:ext cx="2367116" cy="2367116"/>
              </a:xfrm>
              <a:prstGeom prst="rect">
                <a:avLst/>
              </a:prstGeom>
            </p:spPr>
          </p:pic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D49186D5-30DF-E091-EDB8-38F8A009B6D9}"/>
                  </a:ext>
                </a:extLst>
              </p:cNvPr>
              <p:cNvSpPr/>
              <p:nvPr/>
            </p:nvSpPr>
            <p:spPr>
              <a:xfrm>
                <a:off x="5871072" y="4214666"/>
                <a:ext cx="1007917" cy="41628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02060"/>
                    </a:solidFill>
                    <a:latin typeface="Comic Sans MS" panose="030F0702030302020204" pitchFamily="66" charset="0"/>
                  </a:rPr>
                  <a:t>Tập 1</a:t>
                </a:r>
              </a:p>
            </p:txBody>
          </p:sp>
        </p:grpSp>
        <p:pic>
          <p:nvPicPr>
            <p:cNvPr id="13" name="Picture 2" descr="Mầm non Tân Mai">
              <a:extLst>
                <a:ext uri="{FF2B5EF4-FFF2-40B4-BE49-F238E27FC236}">
                  <a16:creationId xmlns:a16="http://schemas.microsoft.com/office/drawing/2014/main" id="{09E5B17C-0F62-406C-4477-087329A5DC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3993" y="2226620"/>
              <a:ext cx="1686828" cy="16868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32368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D70727-3B5D-6D3D-27FC-1277BF913F7E}"/>
              </a:ext>
            </a:extLst>
          </p:cNvPr>
          <p:cNvSpPr txBox="1"/>
          <p:nvPr/>
        </p:nvSpPr>
        <p:spPr>
          <a:xfrm>
            <a:off x="0" y="117193"/>
            <a:ext cx="111974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Hướng dẫn tạo ảnh bìa sách: Thầy cô sửa tên thầy cô ở chỗ ghi </a:t>
            </a:r>
            <a:r>
              <a:rPr lang="en-US" b="1"/>
              <a:t>TÊN THẦY CÔ</a:t>
            </a:r>
          </a:p>
          <a:p>
            <a:r>
              <a:rPr lang="en-US"/>
              <a:t>Sau đó nhấp choột phải vào ảnh và chọn save as Picture. Như vậy là thầy cô đã có một tấm ảnh bìa cực xinh động rồi nhé! </a:t>
            </a:r>
          </a:p>
          <a:p>
            <a:r>
              <a:rPr lang="en-US"/>
              <a:t>Cảm ơn Thầy Cô đã ủng hộ sản phẩm. Thầy cô đừng chia sẻ sản phẩm lên mạng xã hội nhé!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27DB81-8E24-DDE5-0CCC-8208CDF29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864" y="1468858"/>
            <a:ext cx="5300517" cy="512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176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C115696F-1244-B834-179A-CA1161DAC5A8}"/>
              </a:ext>
            </a:extLst>
          </p:cNvPr>
          <p:cNvGrpSpPr/>
          <p:nvPr/>
        </p:nvGrpSpPr>
        <p:grpSpPr>
          <a:xfrm>
            <a:off x="371513" y="0"/>
            <a:ext cx="4822031" cy="6858000"/>
            <a:chOff x="371513" y="0"/>
            <a:chExt cx="4822031" cy="685800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F2123A3-8988-9663-1703-1F5473073D29}"/>
                </a:ext>
              </a:extLst>
            </p:cNvPr>
            <p:cNvGrpSpPr/>
            <p:nvPr/>
          </p:nvGrpSpPr>
          <p:grpSpPr>
            <a:xfrm>
              <a:off x="371513" y="0"/>
              <a:ext cx="4822031" cy="6858000"/>
              <a:chOff x="2455952" y="-103731"/>
              <a:chExt cx="4822031" cy="6858000"/>
            </a:xfrm>
          </p:grpSpPr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5CDD16F8-93D4-9BD7-28F3-8DE3801166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5952" y="-103731"/>
                <a:ext cx="4822031" cy="6858000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FDC253-8312-FC7A-9789-793A3D259BEA}"/>
                  </a:ext>
                </a:extLst>
              </p:cNvPr>
              <p:cNvSpPr txBox="1"/>
              <p:nvPr/>
            </p:nvSpPr>
            <p:spPr>
              <a:xfrm>
                <a:off x="3639411" y="648274"/>
                <a:ext cx="26055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>
                    <a:solidFill>
                      <a:srgbClr val="002060"/>
                    </a:solidFill>
                    <a:latin typeface="Palatino Linotype" panose="02040502050505030304" pitchFamily="18" charset="0"/>
                  </a:rPr>
                  <a:t>NGUYỄN VĂN TIẾN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FDE0327-962E-9880-0E4A-6C4CE9532CE5}"/>
                  </a:ext>
                </a:extLst>
              </p:cNvPr>
              <p:cNvSpPr txBox="1"/>
              <p:nvPr/>
            </p:nvSpPr>
            <p:spPr>
              <a:xfrm>
                <a:off x="2834885" y="1543396"/>
                <a:ext cx="406416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400" b="1">
                    <a:solidFill>
                      <a:srgbClr val="FF0000"/>
                    </a:solidFill>
                    <a:latin typeface="VNI-Disney" panose="00000400000000000000" pitchFamily="2" charset="0"/>
                  </a:rPr>
                  <a:t>THÖÏC HAØNH GIAÛI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3A95DBF-180D-EB46-A229-D797CCF0E587}"/>
                  </a:ext>
                </a:extLst>
              </p:cNvPr>
              <p:cNvSpPr/>
              <p:nvPr/>
            </p:nvSpPr>
            <p:spPr>
              <a:xfrm>
                <a:off x="2644877" y="2444114"/>
                <a:ext cx="3629578" cy="120032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sz="7200" b="1" cap="none" spc="0">
                    <a:ln w="12700" cmpd="sng">
                      <a:solidFill>
                        <a:schemeClr val="accent4"/>
                      </a:solidFill>
                      <a:prstDash val="solid"/>
                    </a:ln>
                    <a:solidFill>
                      <a:srgbClr val="00B050"/>
                    </a:solidFill>
                    <a:effectLst/>
                    <a:latin typeface="FS Trajan Pro" panose="02020502050506020301" pitchFamily="18" charset="0"/>
                  </a:rPr>
                  <a:t>TOÁN</a:t>
                </a:r>
              </a:p>
            </p:txBody>
          </p:sp>
          <p:pic>
            <p:nvPicPr>
              <p:cNvPr id="22" name="Picture 2">
                <a:extLst>
                  <a:ext uri="{FF2B5EF4-FFF2-40B4-BE49-F238E27FC236}">
                    <a16:creationId xmlns:a16="http://schemas.microsoft.com/office/drawing/2014/main" id="{8683ECFC-05A2-125D-63BC-0655E682C88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369" t="19211" r="29688" b="16416"/>
              <a:stretch/>
            </p:blipFill>
            <p:spPr bwMode="auto">
              <a:xfrm>
                <a:off x="6025714" y="2706667"/>
                <a:ext cx="1053511" cy="144466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5E2E21AE-AD98-EA5C-7984-66F0ACEAC34B}"/>
                  </a:ext>
                </a:extLst>
              </p:cNvPr>
              <p:cNvSpPr/>
              <p:nvPr/>
            </p:nvSpPr>
            <p:spPr>
              <a:xfrm>
                <a:off x="4393559" y="3565451"/>
                <a:ext cx="1632155" cy="416280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02060"/>
                    </a:solidFill>
                    <a:latin typeface="Comic Sans MS" panose="030F0702030302020204" pitchFamily="66" charset="0"/>
                  </a:rPr>
                  <a:t>Tập 1</a:t>
                </a:r>
              </a:p>
            </p:txBody>
          </p:sp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5FEE4CB-BBF9-C75D-86D9-97072857E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5337" y="4113237"/>
              <a:ext cx="1399779" cy="1399779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3A29A5D-2314-A1B1-8830-184F5D44A877}"/>
                </a:ext>
              </a:extLst>
            </p:cNvPr>
            <p:cNvSpPr txBox="1"/>
            <p:nvPr/>
          </p:nvSpPr>
          <p:spPr>
            <a:xfrm>
              <a:off x="1981198" y="5444843"/>
              <a:ext cx="3013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latin typeface="Palatino Linotype" panose="02040502050505030304" pitchFamily="18" charset="0"/>
                </a:rPr>
                <a:t>LƯU HÀNH NỘI BỘ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6282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5DEE6D78-2B9B-2416-1F3B-909755A29D94}"/>
              </a:ext>
            </a:extLst>
          </p:cNvPr>
          <p:cNvGrpSpPr/>
          <p:nvPr/>
        </p:nvGrpSpPr>
        <p:grpSpPr>
          <a:xfrm>
            <a:off x="1884598" y="0"/>
            <a:ext cx="5676408" cy="6858000"/>
            <a:chOff x="1884598" y="0"/>
            <a:chExt cx="5676408" cy="68580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50F47C0-C141-F05C-E393-0436D6C8DF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4606" y="0"/>
              <a:ext cx="5486400" cy="68580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F61CBA4-1159-7B85-DBD6-264C9358FFB5}"/>
                </a:ext>
              </a:extLst>
            </p:cNvPr>
            <p:cNvSpPr txBox="1"/>
            <p:nvPr/>
          </p:nvSpPr>
          <p:spPr>
            <a:xfrm>
              <a:off x="2724271" y="6014584"/>
              <a:ext cx="44926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rgbClr val="002060"/>
                  </a:solidFill>
                  <a:latin typeface="Palatino Linotype" panose="02040502050505030304" pitchFamily="18" charset="0"/>
                </a:rPr>
                <a:t>TOÁN HOẠ - 0986 915 960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3E7E116-F994-6C46-40FD-BFD59DF8C366}"/>
                </a:ext>
              </a:extLst>
            </p:cNvPr>
            <p:cNvSpPr txBox="1"/>
            <p:nvPr/>
          </p:nvSpPr>
          <p:spPr>
            <a:xfrm>
              <a:off x="2134337" y="1450804"/>
              <a:ext cx="40641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>
                  <a:solidFill>
                    <a:srgbClr val="FF0000"/>
                  </a:solidFill>
                  <a:latin typeface="VNI-Disney" panose="00000400000000000000" pitchFamily="2" charset="0"/>
                </a:rPr>
                <a:t>THÖÏC HAØNH GIAÛI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061544B-8868-2F06-2B26-4109E213F461}"/>
                </a:ext>
              </a:extLst>
            </p:cNvPr>
            <p:cNvSpPr/>
            <p:nvPr/>
          </p:nvSpPr>
          <p:spPr>
            <a:xfrm>
              <a:off x="1884598" y="2361032"/>
              <a:ext cx="3629578" cy="92333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5400" b="1" cap="none" spc="0">
                  <a:ln w="12700" cmpd="sng">
                    <a:solidFill>
                      <a:schemeClr val="accent4"/>
                    </a:solidFill>
                    <a:prstDash val="solid"/>
                  </a:ln>
                  <a:solidFill>
                    <a:srgbClr val="00B050"/>
                  </a:solidFill>
                  <a:effectLst/>
                  <a:latin typeface="FS Trajan Pro" panose="02020502050506020301" pitchFamily="18" charset="0"/>
                </a:rPr>
                <a:t>TOÁN</a:t>
              </a:r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B365CB16-468A-7B47-BB2C-19AB57CFBFD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369" t="19211" r="29688" b="16416"/>
            <a:stretch/>
          </p:blipFill>
          <p:spPr bwMode="auto">
            <a:xfrm>
              <a:off x="4769383" y="2361032"/>
              <a:ext cx="1053511" cy="14446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A6C95ED-D882-BF1D-B074-1FD2186BBD96}"/>
                </a:ext>
              </a:extLst>
            </p:cNvPr>
            <p:cNvSpPr/>
            <p:nvPr/>
          </p:nvSpPr>
          <p:spPr>
            <a:xfrm>
              <a:off x="3329962" y="3318691"/>
              <a:ext cx="1250080" cy="41628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  <a:latin typeface="Comic Sans MS" panose="030F0702030302020204" pitchFamily="66" charset="0"/>
                </a:rPr>
                <a:t>Tập 2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0DEC821-AE13-669C-E2BC-C907C01E4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7963" y="3712438"/>
              <a:ext cx="1828063" cy="18280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34122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120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Calibri</vt:lpstr>
      <vt:lpstr>Calibri Light</vt:lpstr>
      <vt:lpstr>Comic Sans MS</vt:lpstr>
      <vt:lpstr>FS Trajan Pro</vt:lpstr>
      <vt:lpstr>Palatino Linotype</vt:lpstr>
      <vt:lpstr>VNI-Disney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van tien [gv]</dc:creator>
  <cp:lastModifiedBy>nguyen van tien [gv]</cp:lastModifiedBy>
  <cp:revision>8</cp:revision>
  <dcterms:created xsi:type="dcterms:W3CDTF">2022-07-31T09:37:28Z</dcterms:created>
  <dcterms:modified xsi:type="dcterms:W3CDTF">2022-08-31T17:05:58Z</dcterms:modified>
</cp:coreProperties>
</file>