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ACDC-8FDB-86F3-B141-78871FF6C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03DA26-F3F3-E939-EBDD-42101B26D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87A95-2514-496F-67F5-B9B46B698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1E97-2B79-41FF-AEFE-F91E886707F0}" type="datetimeFigureOut">
              <a:rPr lang="en-US" smtClean="0"/>
              <a:t>31/7/2022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2396C-BFCA-A388-F818-40A2D8DE3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6B315-BD23-267D-6586-7123CCC10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E868-1B20-4995-AD20-FB276136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80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D63B2-0514-7399-617E-DC93884E6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07B41-15B1-D006-C63C-7E449FA06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58C08-32EB-0289-3C04-63D11D9C8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1E97-2B79-41FF-AEFE-F91E886707F0}" type="datetimeFigureOut">
              <a:rPr lang="en-US" smtClean="0"/>
              <a:t>31/7/2022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B1FC7-5B08-5E9C-0C4E-CFA06EC45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F85C4-DF96-6BAE-8D3A-5F5242208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E868-1B20-4995-AD20-FB276136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418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3FAC6-DCDB-F34D-902C-DEA5C3374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8B8DB-6718-33C9-BA7A-197059AA7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70566-7811-80A1-1C81-F84E7FA39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1E97-2B79-41FF-AEFE-F91E886707F0}" type="datetimeFigureOut">
              <a:rPr lang="en-US" smtClean="0"/>
              <a:t>31/7/2022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BE497-5326-5DC6-258B-B6210947F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7F79D-F268-2A3E-D847-9A0190CAF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E868-1B20-4995-AD20-FB276136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36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23BCD-CF11-7505-A428-DE0035EC5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CA390-A625-D31B-07B8-778294804A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D742-8764-3A4E-D28F-638A6C8CC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539C6-FE5D-E4E7-30C0-F9363D94A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1E97-2B79-41FF-AEFE-F91E886707F0}" type="datetimeFigureOut">
              <a:rPr lang="en-US" smtClean="0"/>
              <a:t>31/7/2022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3494C-72D3-B73E-8E42-7075CD65D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826D7-999F-7C48-7591-214A27C57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E868-1B20-4995-AD20-FB276136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44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0258-38D8-D4AA-EED4-369A48236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361DF-AB62-2950-75E0-35C263C74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8F149-8C7F-884B-6FEA-21F18C842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5297C2-FAF0-E93B-6321-8756B2369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0101E7-C64F-9C6B-732B-DE43914655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A9556-E6E4-3AB0-D4DD-C51FD863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1E97-2B79-41FF-AEFE-F91E886707F0}" type="datetimeFigureOut">
              <a:rPr lang="en-US" smtClean="0"/>
              <a:t>31/7/2022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8CFAA-C963-8D8F-8C52-0034FD88F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C66B44-755D-8226-0172-255D876B3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E868-1B20-4995-AD20-FB276136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66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CB493-C58D-62FC-3D0C-C464977EF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72D95B-2AA6-5340-3D01-7D79C90B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1E97-2B79-41FF-AEFE-F91E886707F0}" type="datetimeFigureOut">
              <a:rPr lang="en-US" smtClean="0"/>
              <a:t>31/7/2022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5B4B3F-EDC4-23D6-B996-CAF56EB36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7ADE75-EDF9-FFD9-8A91-03D5EE5AD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E868-1B20-4995-AD20-FB276136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665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1DCF18-11A2-EF89-CBA3-0E3B783F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1E97-2B79-41FF-AEFE-F91E886707F0}" type="datetimeFigureOut">
              <a:rPr lang="en-US" smtClean="0"/>
              <a:t>31/7/2022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AE36E-3017-4FA2-0FB2-FA4DBDE97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33C0F-2269-2F3F-5C6E-52690CA5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E868-1B20-4995-AD20-FB276136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249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263BB-7632-9813-BBFA-C9C40F8A1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57296-86B4-EE15-C43A-072E8CCB5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593BA-5D9C-E399-66FA-739BA36331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7932F-EB23-1AB6-5FF1-9EF750AA3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1E97-2B79-41FF-AEFE-F91E886707F0}" type="datetimeFigureOut">
              <a:rPr lang="en-US" smtClean="0"/>
              <a:t>31/7/2022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F6E5B-E182-673A-0664-6E3308FC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F0535-EBE2-3164-455B-FA5BC25EE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E868-1B20-4995-AD20-FB276136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426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EF1CA-8D5F-30B3-5D90-CF8E5B5A6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FDC5E9-B478-5730-4488-C9A22B05E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39EA6-548E-C47C-7FB5-088F78BFC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C8C934-3E67-A19E-B252-E2DF5619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1E97-2B79-41FF-AEFE-F91E886707F0}" type="datetimeFigureOut">
              <a:rPr lang="en-US" smtClean="0"/>
              <a:t>31/7/2022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1BAFE-1D10-194B-6308-B698693EC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C8411-6D33-3661-002B-A718968F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E868-1B20-4995-AD20-FB276136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50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1BDAF-83C2-AE7F-2139-F01DD373F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243D39-EFB8-966D-171C-CF08C4E11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22E7B-0305-7AFB-9C14-47CDC1236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1E97-2B79-41FF-AEFE-F91E886707F0}" type="datetimeFigureOut">
              <a:rPr lang="en-US" smtClean="0"/>
              <a:t>31/7/2022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CEACF-6D5D-5219-D4CB-F86F6086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6AD73-08AA-0D8C-31DA-1D54827EB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E868-1B20-4995-AD20-FB276136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5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F81502-8AF1-47DB-264B-F850A6480F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24B5F4-AC5B-63A3-C0B4-1A9548B25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23F7A-330D-0DE7-86E7-94AA38E76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1E97-2B79-41FF-AEFE-F91E886707F0}" type="datetimeFigureOut">
              <a:rPr lang="en-US" smtClean="0"/>
              <a:t>31/7/2022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34FBF-46F7-7B55-882C-1A2E5A647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2D0ED-A921-44B0-7B47-2616D37C0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E868-1B20-4995-AD20-FB276136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092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51CF82-4808-3FF6-5DE7-5F5809C82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5CAA9-B936-2AC5-52E5-BDF6DF6F6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3B9A3-DC0D-548C-BB93-DDCE4574A9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D1E97-2B79-41FF-AEFE-F91E886707F0}" type="datetimeFigureOut">
              <a:rPr lang="en-US" smtClean="0"/>
              <a:t>31/7/2022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A5983-F620-9F85-A79D-F737C630EF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94D58-CF8C-A166-2DE0-B4DA02109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0E868-1B20-4995-AD20-FB276136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93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17DA121-97EE-2859-6F9B-F39F3DFDBEE6}"/>
              </a:ext>
            </a:extLst>
          </p:cNvPr>
          <p:cNvGrpSpPr/>
          <p:nvPr/>
        </p:nvGrpSpPr>
        <p:grpSpPr>
          <a:xfrm>
            <a:off x="371513" y="0"/>
            <a:ext cx="4822031" cy="6858000"/>
            <a:chOff x="2455952" y="-103731"/>
            <a:chExt cx="4822031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80AF979-EB3F-CB58-C2A7-F3EBEF670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5952" y="-103731"/>
              <a:ext cx="4822031" cy="6858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7D63F14-6AFE-C9CC-654B-007BFBD17843}"/>
                </a:ext>
              </a:extLst>
            </p:cNvPr>
            <p:cNvSpPr txBox="1"/>
            <p:nvPr/>
          </p:nvSpPr>
          <p:spPr>
            <a:xfrm>
              <a:off x="3668907" y="648274"/>
              <a:ext cx="26055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latin typeface="Palatino Linotype" panose="02040502050505030304" pitchFamily="18" charset="0"/>
                </a:rPr>
                <a:t>TÊN THẦY CÔ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3086D9-38F6-617E-A8C9-E95B446271C4}"/>
                </a:ext>
              </a:extLst>
            </p:cNvPr>
            <p:cNvSpPr txBox="1"/>
            <p:nvPr/>
          </p:nvSpPr>
          <p:spPr>
            <a:xfrm>
              <a:off x="2834885" y="1543396"/>
              <a:ext cx="406416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>
                  <a:solidFill>
                    <a:srgbClr val="FF0000"/>
                  </a:solidFill>
                  <a:latin typeface="VNI-Disney" panose="00000400000000000000" pitchFamily="2" charset="0"/>
                </a:rPr>
                <a:t>THÖÏC HAØNH GIAÛI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5B73BF4-6BF3-3909-2076-6B0272AB256A}"/>
                </a:ext>
              </a:extLst>
            </p:cNvPr>
            <p:cNvSpPr/>
            <p:nvPr/>
          </p:nvSpPr>
          <p:spPr>
            <a:xfrm>
              <a:off x="2644877" y="2444114"/>
              <a:ext cx="3629578" cy="120032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7200" b="1" cap="none" spc="0">
                  <a:ln w="12700" cmpd="sng">
                    <a:solidFill>
                      <a:schemeClr val="accent4"/>
                    </a:solidFill>
                    <a:prstDash val="solid"/>
                  </a:ln>
                  <a:solidFill>
                    <a:srgbClr val="00B050"/>
                  </a:solidFill>
                  <a:effectLst/>
                  <a:latin typeface="FS Trajan Pro" panose="02020502050506020301" pitchFamily="18" charset="0"/>
                </a:rPr>
                <a:t>TOÁN</a:t>
              </a:r>
            </a:p>
          </p:txBody>
        </p:sp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3E6D3BF0-345E-5130-6C6C-F3134E5A60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69" t="19211" r="29688" b="16416"/>
            <a:stretch/>
          </p:blipFill>
          <p:spPr bwMode="auto">
            <a:xfrm>
              <a:off x="6025714" y="2706667"/>
              <a:ext cx="1053511" cy="14446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F2EFCE1-017E-E43E-EA9A-E8BE231C0648}"/>
                </a:ext>
              </a:extLst>
            </p:cNvPr>
            <p:cNvSpPr/>
            <p:nvPr/>
          </p:nvSpPr>
          <p:spPr>
            <a:xfrm>
              <a:off x="4393559" y="3565451"/>
              <a:ext cx="1632155" cy="41628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  <a:latin typeface="Comic Sans MS" panose="030F0702030302020204" pitchFamily="66" charset="0"/>
                </a:rPr>
                <a:t>Tập 1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453CEEF7-8EE2-40CD-03C2-29136C98B65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861" y="4127865"/>
            <a:ext cx="2013155" cy="201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368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D70727-3B5D-6D3D-27FC-1277BF913F7E}"/>
              </a:ext>
            </a:extLst>
          </p:cNvPr>
          <p:cNvSpPr txBox="1"/>
          <p:nvPr/>
        </p:nvSpPr>
        <p:spPr>
          <a:xfrm>
            <a:off x="0" y="117193"/>
            <a:ext cx="111974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Hướng dẫn tạo ảnh bìa sách: Thầy cô sửa tên thầy cô ở chỗ ghi </a:t>
            </a:r>
            <a:r>
              <a:rPr lang="en-US" b="1"/>
              <a:t>TÊN THẦY CÔ</a:t>
            </a:r>
          </a:p>
          <a:p>
            <a:r>
              <a:rPr lang="en-US"/>
              <a:t>Sau đó nhấp choột phải vào ảnh và chọn save as Picture. Như vậy là thầy cô đã có một tấm ảnh bìa cực xinh động rồi nhé! </a:t>
            </a:r>
          </a:p>
          <a:p>
            <a:r>
              <a:rPr lang="en-US"/>
              <a:t>Cảm ơn Thầy Cô đã ủng hộ sản phẩm. Thầy cô đừng chia sẻ sản phẩm lên mạng xã hội nhé!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27DB81-8E24-DDE5-0CCC-8208CDF29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864" y="1468858"/>
            <a:ext cx="5300517" cy="512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176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81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Comic Sans MS</vt:lpstr>
      <vt:lpstr>FS Trajan Pro</vt:lpstr>
      <vt:lpstr>Palatino Linotype</vt:lpstr>
      <vt:lpstr>VNI-Disney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van tien [gv]</dc:creator>
  <cp:lastModifiedBy>nguyen van tien [gv]</cp:lastModifiedBy>
  <cp:revision>2</cp:revision>
  <dcterms:created xsi:type="dcterms:W3CDTF">2022-07-31T09:37:28Z</dcterms:created>
  <dcterms:modified xsi:type="dcterms:W3CDTF">2022-07-31T09:42:24Z</dcterms:modified>
</cp:coreProperties>
</file>